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echdocs.gbif.org/en/data-processing/#data-use::occurrence-issues-and-flag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o GBIF </a:t>
            </a:r>
            <a:r>
              <a:rPr dirty="0" err="1"/>
              <a:t>faz</a:t>
            </a:r>
            <a:r>
              <a:rPr dirty="0"/>
              <a:t> com </a:t>
            </a:r>
            <a:r>
              <a:rPr dirty="0" err="1"/>
              <a:t>os</a:t>
            </a:r>
            <a:r>
              <a:rPr dirty="0"/>
              <a:t> dados antes de </a:t>
            </a:r>
            <a:r>
              <a:rPr dirty="0" err="1"/>
              <a:t>eles</a:t>
            </a:r>
            <a:r>
              <a:rPr dirty="0"/>
              <a:t> </a:t>
            </a:r>
            <a:r>
              <a:rPr dirty="0" err="1"/>
              <a:t>chegarem</a:t>
            </a:r>
            <a:r>
              <a:rPr dirty="0"/>
              <a:t> para </a:t>
            </a:r>
            <a:r>
              <a:rPr dirty="0" err="1"/>
              <a:t>uso</a:t>
            </a:r>
            <a:r>
              <a:rPr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85800"/>
            <a:ext cx="82507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rPr dirty="0"/>
              <a:t>Pense no GBIF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esteira</a:t>
            </a:r>
            <a:r>
              <a:rPr dirty="0"/>
              <a:t>: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recebe</a:t>
            </a:r>
            <a:r>
              <a:rPr dirty="0"/>
              <a:t> dados de </a:t>
            </a:r>
            <a:r>
              <a:rPr dirty="0" err="1"/>
              <a:t>muitas</a:t>
            </a:r>
            <a:r>
              <a:rPr dirty="0"/>
              <a:t> </a:t>
            </a:r>
            <a:r>
              <a:rPr dirty="0" err="1"/>
              <a:t>fontes</a:t>
            </a:r>
            <a:r>
              <a:rPr dirty="0"/>
              <a:t>, </a:t>
            </a:r>
            <a:r>
              <a:rPr dirty="0" err="1"/>
              <a:t>organiza</a:t>
            </a:r>
            <a:r>
              <a:rPr dirty="0"/>
              <a:t>, </a:t>
            </a:r>
            <a:r>
              <a:rPr dirty="0" err="1"/>
              <a:t>confere</a:t>
            </a:r>
            <a:r>
              <a:rPr dirty="0"/>
              <a:t>, </a:t>
            </a:r>
            <a:r>
              <a:rPr dirty="0" err="1"/>
              <a:t>padroniza</a:t>
            </a:r>
            <a:r>
              <a:rPr dirty="0"/>
              <a:t> e </a:t>
            </a:r>
            <a:r>
              <a:rPr dirty="0" err="1"/>
              <a:t>sinaliza</a:t>
            </a:r>
            <a:r>
              <a:rPr dirty="0"/>
              <a:t> </a:t>
            </a:r>
            <a:r>
              <a:rPr dirty="0" err="1"/>
              <a:t>poss?veis</a:t>
            </a:r>
            <a:r>
              <a:rPr dirty="0"/>
              <a:t> problemas.</a:t>
            </a:r>
            <a:endParaRPr lang="pt-BR" dirty="0"/>
          </a:p>
          <a:p>
            <a:pPr>
              <a:defRPr sz="1200">
                <a:solidFill>
                  <a:srgbClr val="4B5563"/>
                </a:solidFill>
              </a:defRPr>
            </a:pPr>
            <a:r>
              <a:rPr lang="pt-BR" dirty="0">
                <a:hlinkClick r:id="rId2"/>
              </a:rPr>
              <a:t>https://techdocs.gbif.org/en/data-processing/#data-use::occurrence-issues-and-flags</a:t>
            </a:r>
            <a:endParaRPr dirty="0"/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43000"/>
            <a:ext cx="7086600" cy="396033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949444" y="2276856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36208" y="2286000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562088" y="3069844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8448294" y="3380740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381490" y="2413620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11157712" y="989584"/>
            <a:ext cx="310896" cy="31089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170432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0352" y="1344168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243584"/>
            <a:ext cx="3163824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 err="1"/>
              <a:t>Recebe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</a:t>
            </a:r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/>
              <a:t>O GBIF coleta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museus</a:t>
            </a:r>
            <a:r>
              <a:rPr dirty="0"/>
              <a:t>, </a:t>
            </a:r>
            <a:r>
              <a:rPr dirty="0" err="1"/>
              <a:t>projetos</a:t>
            </a:r>
            <a:r>
              <a:rPr dirty="0"/>
              <a:t> e redes </a:t>
            </a:r>
            <a:r>
              <a:rPr dirty="0" err="1"/>
              <a:t>parceiras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920240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" y="2093976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1993392"/>
            <a:ext cx="3163824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 err="1"/>
              <a:t>Transforma</a:t>
            </a:r>
            <a:r>
              <a:rPr dirty="0"/>
              <a:t> para um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comum</a:t>
            </a:r>
            <a:endParaRPr dirty="0"/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/>
              <a:t>Dados </a:t>
            </a:r>
            <a:r>
              <a:rPr dirty="0" err="1"/>
              <a:t>chegam</a:t>
            </a:r>
            <a:r>
              <a:rPr dirty="0"/>
              <a:t> em </a:t>
            </a:r>
            <a:r>
              <a:rPr dirty="0" err="1"/>
              <a:t>formatos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; o GBIF </a:t>
            </a:r>
            <a:r>
              <a:rPr dirty="0" err="1"/>
              <a:t>converte</a:t>
            </a:r>
            <a:r>
              <a:rPr dirty="0"/>
              <a:t> para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padronizada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670048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0352" y="2843784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743200"/>
            <a:ext cx="3163824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 err="1"/>
              <a:t>Cria</a:t>
            </a:r>
            <a:r>
              <a:rPr dirty="0"/>
              <a:t> um </a:t>
            </a:r>
            <a:r>
              <a:rPr dirty="0" err="1"/>
              <a:t>identificador</a:t>
            </a:r>
            <a:endParaRPr dirty="0"/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/>
              <a:t>Cada </a:t>
            </a:r>
            <a:r>
              <a:rPr dirty="0" err="1"/>
              <a:t>ocorr</a:t>
            </a:r>
            <a:r>
              <a:rPr lang="pt-BR" dirty="0"/>
              <a:t>ê</a:t>
            </a:r>
            <a:r>
              <a:rPr dirty="0" err="1"/>
              <a:t>ncia</a:t>
            </a:r>
            <a:r>
              <a:rPr dirty="0"/>
              <a:t> </a:t>
            </a:r>
            <a:r>
              <a:rPr dirty="0" err="1"/>
              <a:t>recebe</a:t>
            </a:r>
            <a:r>
              <a:rPr dirty="0"/>
              <a:t> um </a:t>
            </a:r>
            <a:r>
              <a:rPr dirty="0" err="1"/>
              <a:t>gbifID</a:t>
            </a:r>
            <a:r>
              <a:rPr dirty="0"/>
              <a:t> para </a:t>
            </a:r>
            <a:r>
              <a:rPr dirty="0" err="1"/>
              <a:t>poder</a:t>
            </a:r>
            <a:r>
              <a:rPr dirty="0"/>
              <a:t> ser </a:t>
            </a:r>
            <a:r>
              <a:rPr dirty="0" err="1"/>
              <a:t>encontrada</a:t>
            </a:r>
            <a:r>
              <a:rPr dirty="0"/>
              <a:t> e </a:t>
            </a:r>
            <a:r>
              <a:rPr dirty="0" err="1"/>
              <a:t>acompanhada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tempo.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419856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0352" y="3593592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93008"/>
            <a:ext cx="3163824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 err="1"/>
              <a:t>Interpreta</a:t>
            </a:r>
            <a:r>
              <a:rPr dirty="0"/>
              <a:t> e </a:t>
            </a:r>
            <a:r>
              <a:rPr dirty="0" err="1"/>
              <a:t>confere</a:t>
            </a:r>
            <a:endParaRPr dirty="0"/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/>
              <a:t>O GBIF </a:t>
            </a:r>
            <a:r>
              <a:rPr dirty="0" err="1"/>
              <a:t>entende</a:t>
            </a:r>
            <a:r>
              <a:rPr dirty="0"/>
              <a:t> </a:t>
            </a:r>
            <a:r>
              <a:rPr dirty="0" err="1"/>
              <a:t>datas</a:t>
            </a:r>
            <a:r>
              <a:rPr dirty="0"/>
              <a:t>, </a:t>
            </a:r>
            <a:r>
              <a:rPr dirty="0" err="1"/>
              <a:t>nomes</a:t>
            </a:r>
            <a:r>
              <a:rPr dirty="0"/>
              <a:t> </a:t>
            </a:r>
            <a:r>
              <a:rPr dirty="0" err="1"/>
              <a:t>cient</a:t>
            </a:r>
            <a:r>
              <a:rPr lang="pt-BR" dirty="0"/>
              <a:t>í</a:t>
            </a:r>
            <a:r>
              <a:rPr dirty="0" err="1"/>
              <a:t>ficos</a:t>
            </a:r>
            <a:r>
              <a:rPr dirty="0"/>
              <a:t>, pa</a:t>
            </a:r>
            <a:r>
              <a:rPr lang="pt-BR" dirty="0"/>
              <a:t>í</a:t>
            </a:r>
            <a:r>
              <a:rPr dirty="0"/>
              <a:t>s, </a:t>
            </a:r>
            <a:r>
              <a:rPr dirty="0" err="1"/>
              <a:t>coordenadas</a:t>
            </a:r>
            <a:r>
              <a:rPr dirty="0"/>
              <a:t> e outros campos </a:t>
            </a:r>
            <a:r>
              <a:rPr dirty="0" err="1"/>
              <a:t>importantes</a:t>
            </a:r>
            <a:r>
              <a:rPr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169664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0352" y="4343400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42816"/>
            <a:ext cx="3163824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/>
              <a:t>Marca </a:t>
            </a:r>
            <a:r>
              <a:rPr dirty="0" err="1"/>
              <a:t>alertas</a:t>
            </a:r>
            <a:r>
              <a:rPr dirty="0"/>
              <a:t> de </a:t>
            </a:r>
            <a:r>
              <a:rPr dirty="0" err="1"/>
              <a:t>qualidade</a:t>
            </a:r>
            <a:endParaRPr dirty="0"/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/>
              <a:t>Se algo </a:t>
            </a:r>
            <a:r>
              <a:rPr dirty="0" err="1"/>
              <a:t>parece</a:t>
            </a:r>
            <a:r>
              <a:rPr dirty="0"/>
              <a:t> </a:t>
            </a:r>
            <a:r>
              <a:rPr dirty="0" err="1"/>
              <a:t>estranho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coordenada</a:t>
            </a:r>
            <a:r>
              <a:rPr dirty="0"/>
              <a:t> fora do pa</a:t>
            </a:r>
            <a:r>
              <a:rPr lang="pt-BR" dirty="0"/>
              <a:t>í</a:t>
            </a:r>
            <a:r>
              <a:rPr dirty="0"/>
              <a:t>s, o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recebe</a:t>
            </a:r>
            <a:r>
              <a:rPr dirty="0"/>
              <a:t> flags/issues.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919472"/>
            <a:ext cx="40690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0352" y="5093208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992624"/>
            <a:ext cx="3081528" cy="53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rPr dirty="0"/>
              <a:t>Publica para </a:t>
            </a:r>
            <a:r>
              <a:rPr dirty="0" err="1"/>
              <a:t>busca</a:t>
            </a:r>
            <a:r>
              <a:rPr dirty="0"/>
              <a:t> e download</a:t>
            </a:r>
          </a:p>
          <a:p>
            <a:pPr>
              <a:defRPr sz="869">
                <a:solidFill>
                  <a:srgbClr val="374151"/>
                </a:solidFill>
              </a:defRPr>
            </a:pPr>
            <a:r>
              <a:rPr dirty="0" err="1"/>
              <a:t>Depois</a:t>
            </a:r>
            <a:r>
              <a:rPr dirty="0"/>
              <a:t> do </a:t>
            </a:r>
            <a:r>
              <a:rPr dirty="0" err="1"/>
              <a:t>processamento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entram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de </a:t>
            </a:r>
            <a:r>
              <a:rPr dirty="0" err="1"/>
              <a:t>busca</a:t>
            </a:r>
            <a:r>
              <a:rPr dirty="0"/>
              <a:t>, download e an</a:t>
            </a:r>
            <a:r>
              <a:rPr lang="pt-BR" dirty="0"/>
              <a:t>á</a:t>
            </a:r>
            <a:r>
              <a:rPr dirty="0" err="1"/>
              <a:t>lise</a:t>
            </a:r>
            <a:r>
              <a:rPr dirty="0"/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5806440"/>
            <a:ext cx="708660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dirty="0"/>
              <a:t>No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, </a:t>
            </a:r>
            <a:r>
              <a:rPr dirty="0" err="1"/>
              <a:t>usamos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base j</a:t>
            </a:r>
            <a:r>
              <a:rPr lang="pt-BR" dirty="0"/>
              <a:t>á</a:t>
            </a:r>
            <a:r>
              <a:rPr dirty="0"/>
              <a:t> </a:t>
            </a:r>
            <a:r>
              <a:rPr dirty="0" err="1"/>
              <a:t>organizada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GBIF e </a:t>
            </a:r>
            <a:r>
              <a:rPr dirty="0" err="1"/>
              <a:t>cruzamos</a:t>
            </a:r>
            <a:r>
              <a:rPr dirty="0"/>
              <a:t> com a </a:t>
            </a:r>
            <a:r>
              <a:rPr dirty="0" err="1"/>
              <a:t>lista</a:t>
            </a:r>
            <a:r>
              <a:rPr dirty="0"/>
              <a:t> MMA de </a:t>
            </a:r>
            <a:r>
              <a:rPr dirty="0" err="1"/>
              <a:t>esp</a:t>
            </a:r>
            <a:r>
              <a:rPr lang="pt-BR" dirty="0"/>
              <a:t>é</a:t>
            </a:r>
            <a:r>
              <a:rPr dirty="0" err="1"/>
              <a:t>cies</a:t>
            </a:r>
            <a:r>
              <a:rPr dirty="0"/>
              <a:t> </a:t>
            </a:r>
            <a:r>
              <a:rPr dirty="0" err="1"/>
              <a:t>amea</a:t>
            </a:r>
            <a:r>
              <a:rPr lang="pt-BR" dirty="0"/>
              <a:t>ç</a:t>
            </a:r>
            <a:r>
              <a:rPr dirty="0" err="1"/>
              <a:t>adas</a:t>
            </a:r>
            <a:r>
              <a:rPr dirty="0"/>
              <a:t> no </a:t>
            </a:r>
            <a:r>
              <a:rPr dirty="0" err="1"/>
              <a:t>Brasil</a:t>
            </a:r>
            <a:r>
              <a:rPr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45566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4748B"/>
                </a:solidFill>
              </a:defRPr>
            </a:pPr>
            <a:r>
              <a:t>Fonte: GBIF Technical Documentation - Data Processing / Occurrence issues and flags: https://techdocs.gbif.org/en/data-processing/#data-use::occurrence-issues-and-flags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251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Ribeiro, Francisco</cp:lastModifiedBy>
  <cp:revision>5</cp:revision>
  <dcterms:created xsi:type="dcterms:W3CDTF">2013-01-27T09:14:16Z</dcterms:created>
  <dcterms:modified xsi:type="dcterms:W3CDTF">2026-05-04T20:28:36Z</dcterms:modified>
  <cp:category/>
</cp:coreProperties>
</file>